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 varScale="1">
        <p:scale>
          <a:sx n="115" d="100"/>
          <a:sy n="115" d="100"/>
        </p:scale>
        <p:origin x="2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B352-DB1D-F37F-1AD0-83EBCB4C4C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1CF58-10AE-495A-121B-6AAB8FFBEF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322370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Hammouda (Student)</dc:creator>
  <cp:lastModifiedBy>Mohamed Hammouda (Student)</cp:lastModifiedBy>
  <cp:revision>1</cp:revision>
  <dcterms:created xsi:type="dcterms:W3CDTF">2025-09-29T20:04:06Z</dcterms:created>
  <dcterms:modified xsi:type="dcterms:W3CDTF">2025-09-29T20:04:34Z</dcterms:modified>
</cp:coreProperties>
</file>